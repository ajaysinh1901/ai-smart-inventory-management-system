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49824" y="960120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9824" y="96012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B2A4A"/>
                </a:solidFill>
                <a:latin typeface="Segoe UI"/>
              </a:rPr>
              <a:t>AI Smart Inventory Management System</a:t>
            </a:r>
          </a:p>
          <a:p>
            <a:pPr algn="ctr">
              <a:spcBef>
                <a:spcPts val="400"/>
              </a:spcBef>
            </a:pPr>
            <a:r>
              <a:rPr sz="2600" b="1" i="0">
                <a:solidFill>
                  <a:srgbClr val="1D4ED8"/>
                </a:solidFill>
                <a:latin typeface="Segoe UI"/>
              </a:rPr>
              <a:t>Using the MERN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77639"/>
            <a:ext cx="94457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4748B"/>
                </a:solidFill>
                <a:latin typeface="Segoe UI"/>
              </a:rPr>
              <a:t>An intelligent platform for inventory, GST billing &amp; AI-driven business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944575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50" b="1" i="0">
                <a:solidFill>
                  <a:srgbClr val="0B2A4A"/>
                </a:solidFill>
                <a:latin typeface="Segoe UI"/>
              </a:rPr>
              <a:t>MCA Semester-II Project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R.B. Institute of Management Studies (RBIMS), Ahmedabad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Affiliated to Gujarat Technological University (GTU)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Guide:  Prof. Himani Khodifad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Presented by:  ____________________     Enrolment No:  ____________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Academic Year:  2025 - 26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The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AI Smart Inventory Management System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is a full-stack web application built on the MERN stack to digitise the daily operations of small retail businesses.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It brings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inventory, GST billing, customer credit (khata) and business analytics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together on a single, easy-to-use platform.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The system adds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Artificial Intelligence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using the Google Gemini API for demand forecasting and smart reorder suggestions.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It is designed specifically for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Indian kirana stores, traders and wholesalers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who currently rely on paper registers and khata books.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The goal is to replace manual guesswork with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real-time, data-driven decisions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through a simple interface for non-technical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Millions of small shops still manage stock using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paper registers or basic spreadsheets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, which are slow and error-prone.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Manual billing causes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GST calculation errors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, lost invoices and compliance difficulties.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Customer credit (“udhaar”) is tracked in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physical khata books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— entries get lost and disputes arise.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Shop owners have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no clear visibility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into fast-selling products, what to reorder, or stock lost to shrinkage.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Existing software is often </a:t>
            </a:r>
            <a:r>
              <a:rPr sz="1900" b="1" i="0">
                <a:solidFill>
                  <a:srgbClr val="0B2A4A"/>
                </a:solidFill>
                <a:latin typeface="Segoe UI"/>
              </a:rPr>
              <a:t>too expensive, too complex, or not built</a:t>
            </a:r>
            <a:r>
              <a:rPr sz="1900" b="0" i="0">
                <a:solidFill>
                  <a:srgbClr val="1F2937"/>
                </a:solidFill>
                <a:latin typeface="Segoe UI"/>
              </a:rPr>
              <a:t> for the Indian small-business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23818" cy="17830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47672"/>
            <a:ext cx="3021482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Digitise Inventory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Replace manual registers with real-time stock tracking, units of measure, low-stock alerts and shrinkage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1783080"/>
            <a:ext cx="3423818" cy="17830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5106" y="1947672"/>
            <a:ext cx="3021482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Simplify GST Billing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One-tap Quick Sale billing with automatic GST computation, PDF invoices and UPI payment QR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783080"/>
            <a:ext cx="3423818" cy="17830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8964" y="1947672"/>
            <a:ext cx="3021482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Add Intelligence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Use Google Gemini AI to forecast demand, suggest reorders and surface actionable business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22192"/>
            <a:ext cx="3423818" cy="17830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86784"/>
            <a:ext cx="3021482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Digital Khata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Track customer credit and repayments digitally — a ledger that never loses an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3822192"/>
            <a:ext cx="3423818" cy="17830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5106" y="3986784"/>
            <a:ext cx="3021482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Analytics &amp; Reports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Dashboards, sales trends, scheduled reports and Tally-compatible export for accountants.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3822192"/>
            <a:ext cx="3423818" cy="17830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964" y="3986784"/>
            <a:ext cx="3021482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Accessible to All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Multi-language interface, guided onboarding and a simple UI for non-technical shop owners.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8483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MongoDB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NoSQL document database for flexible data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208483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Express.js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Backend web framework for building the 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09067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0779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React.js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Frontend library for a fast, responsive single-page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78892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09067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90779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Node.js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JavaScript runtime environment that powers the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09651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1363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Google Gemini API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AI for demand forecasting and smart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9476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409651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91363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Tesseract.js (OCR)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Scans supplier bills to auto-extract products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10235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1947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JWT, bcrypt &amp; Zod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Authentication, password hashing and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800600"/>
            <a:ext cx="539496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5102352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919472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0B2A4A"/>
                </a:solidFill>
                <a:latin typeface="Segoe UI"/>
              </a:rPr>
              <a:t>Thunder Client</a:t>
            </a:r>
          </a:p>
          <a:p>
            <a:pPr>
              <a:spcBef>
                <a:spcPts val="100"/>
              </a:spcBef>
            </a:pPr>
            <a:r>
              <a:rPr sz="1250" b="0" i="0">
                <a:solidFill>
                  <a:srgbClr val="1F2937"/>
                </a:solidFill>
                <a:latin typeface="Segoe UI"/>
              </a:rPr>
              <a:t>API testing of GET, POST, PUT and DELETE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1">
                <a:solidFill>
                  <a:srgbClr val="64748B"/>
                </a:solidFill>
                <a:latin typeface="Segoe UI"/>
              </a:rPr>
              <a:t>A three-tier architecture with clear separation between presentation, logic and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337560" cy="3154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337560" cy="6400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Frontend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A5E9"/>
                </a:solidFill>
                <a:latin typeface="Segoe UI"/>
              </a:rPr>
              <a:t>React 19 + Vite + Tailwind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Dashboard, Inventory, Quick Sale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Khata, AI Insights, Analytics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Recharts charts + i18n languages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41648" y="3790188"/>
            <a:ext cx="384048" cy="329184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377440"/>
            <a:ext cx="3337560" cy="3154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377440"/>
            <a:ext cx="3337560" cy="6400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Backend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546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A5E9"/>
                </a:solidFill>
                <a:latin typeface="Segoe UI"/>
              </a:rPr>
              <a:t>Node.js + Express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1188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REST API (controllers → services)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JWT auth, Zod validation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AI, OCR, PDF &amp; cron jobs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2128" y="3790188"/>
            <a:ext cx="384048" cy="329184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377440"/>
            <a:ext cx="3337560" cy="3154680"/>
          </a:xfrm>
          <a:prstGeom prst="roundRect">
            <a:avLst>
              <a:gd name="adj" fmla="val 6000"/>
            </a:avLst>
          </a:prstGeom>
          <a:solidFill>
            <a:srgbClr val="F3F7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2377440"/>
            <a:ext cx="3337560" cy="6400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46888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Database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546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A5E9"/>
                </a:solidFill>
                <a:latin typeface="Segoe UI"/>
              </a:rPr>
              <a:t>MongoDB + Mongoose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11880"/>
            <a:ext cx="2788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Products &amp; Stock Adjustments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Sales, Customers &amp; Khata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300" b="0" i="0">
                <a:solidFill>
                  <a:srgbClr val="1F2937"/>
                </a:solidFill>
                <a:latin typeface="Segoe UI"/>
              </a:rPr>
              <a:t>Suppliers, Alerts &amp;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4184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  <a:latin typeface="Segoe UI"/>
              </a:rPr>
              <a:t>Client ↔ Server communication over REST APIs (Axios / JSON)  •  Mongoose ODM ↔ 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FRONTEND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React JS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1">
                <a:solidFill>
                  <a:srgbClr val="1D4ED8"/>
                </a:solidFill>
                <a:latin typeface="Segoe UI"/>
              </a:rPr>
              <a:t>The 'V' (View) of the application — what the shop owner sees and clicks.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583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A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component-based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JavaScript library for building user interfaces.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Uses a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virtual DOM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for fast, efficient screen updates.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Built with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React 19 + Vite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for instant load and hot-reload during development.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State managed with the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Context API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(Auth, Theme, Language) — no Redux needed.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Styled using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Tailwind CSS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with charts drawn by Recharts.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28600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2514600"/>
            <a:ext cx="320039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Role in this project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00" b="0" i="0">
                <a:solidFill>
                  <a:srgbClr val="1F2937"/>
                </a:solidFill>
                <a:latin typeface="Segoe UI"/>
              </a:rPr>
              <a:t>React renders every page — Dashboard, Inventory, Quick Sale, Khata, AI Insights and Analytics. Reusable UI components (cards, modals, KPI strips) keep the interface consistent, while i18next provides multi-language support for non-English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Node.js and Express.js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1">
                <a:solidFill>
                  <a:srgbClr val="1D4ED8"/>
                </a:solidFill>
                <a:latin typeface="Segoe UI"/>
              </a:rPr>
              <a:t>The server side — the brain that processes every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583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Node.js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is a JavaScript runtime that lets us run JS on the server.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It is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event-driven and non-blocking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, ideal for handling many requests.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Express.js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is a minimal web framework built on top of Node.js.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It exposes a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REST API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using a clean controllers → services pattern.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Handles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auth, validation, AI, OCR, PDF invoices and cron jobs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28600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2514600"/>
            <a:ext cx="320039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Role in this project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00" b="0" i="0">
                <a:solidFill>
                  <a:srgbClr val="1F2937"/>
                </a:solidFill>
                <a:latin typeface="Segoe UI"/>
              </a:rPr>
              <a:t>Express powers 17 modular route groups under /api/v1. Each request flows through middleware (JWT auth, Zod validation, rate limiting) into controllers and service functions that contain the business logic — GST math, khata balances and AI calls — before talking to MongoDB.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1">
                <a:solidFill>
                  <a:srgbClr val="1D4ED8"/>
                </a:solidFill>
                <a:latin typeface="Segoe UI"/>
              </a:rPr>
              <a:t>The data layer — where everything is stored.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583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A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NoSQL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database that stores data as flexible JSON-like documents.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Stores all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user and application data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for the system.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Flexible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document-based storage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adapts easily as the app grows.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Connected through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Mongoose ODM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for schemas and validation.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Money &amp; weight use </a:t>
            </a:r>
            <a:r>
              <a:rPr sz="1600" b="1" i="0">
                <a:solidFill>
                  <a:srgbClr val="0B2A4A"/>
                </a:solidFill>
                <a:latin typeface="Segoe UI"/>
              </a:rPr>
              <a:t>Decimal128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 to avoid floating-point rounding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28600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2514600"/>
            <a:ext cx="320039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Role in this project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00" b="0" i="0">
                <a:solidFill>
                  <a:srgbClr val="1F2937"/>
                </a:solidFill>
                <a:latin typeface="Segoe UI"/>
              </a:rPr>
              <a:t>MongoDB holds 12+ collections — Products, Sales, Customers, KhataEntries, Suppliers, StockAdjustments, Alerts and Settings. Mongoose models enforce structure and keep currency precise, making the data reliable enough for real billing, not just a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API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Thunder Client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(a VS Code extension) is used to test the backend REST API.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Every endpoint is tested for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GET, POST, PUT and DELETE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requests.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Responses are verified for correct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status codes, data shape and GST math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Both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success and error cases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are checked — e.g. invalid input is rejected.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Automated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Node smoke tests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further verify endpoints during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6344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09744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Segoe UI"/>
              </a:rPr>
              <a:t>GET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Read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66344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809744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Segoe UI"/>
              </a:rPr>
              <a:t>POST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66344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809744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Segoe UI"/>
              </a:rPr>
              <a:t>PUT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466344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4809744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  <a:latin typeface="Segoe UI"/>
              </a:rPr>
              <a:t>DELETE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Remove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47672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All-in-One Platform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Inventory, billing, khata and analytics in a single application — no juggling registers.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973" y="1783080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9141" y="1947672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Saves Time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One-tap Quick Sale billing and OCR bill scanning make daily work much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783080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7035" y="1947672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Accurate GST &amp; Money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Automatic GST and Decimal128 math remove calculation and rounding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3761" y="1783080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4929" y="1947672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Smarter Decisions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AI demand forecasting and smart alerts tell owners what to reorder and when.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59352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23944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No Lost Credit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Digital khata keeps an exact record of who owes what — no disputes.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973" y="3959352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9141" y="4123944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Simple &amp; Accessible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Clean UI, guided onboarding and multi-language support for non-technical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3959352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7035" y="4123944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Secure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JWT authentication, hashed passwords, input validation and rate limiting.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3761" y="3959352"/>
            <a:ext cx="2487853" cy="1920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2700">
            <a:solidFill>
              <a:srgbClr val="C7D9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4929" y="4123944"/>
            <a:ext cx="208551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D4ED8"/>
                </a:solidFill>
                <a:latin typeface="Segoe UI"/>
              </a:rPr>
              <a:t>Affordable &amp; Scalable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300" b="0" i="0">
                <a:solidFill>
                  <a:srgbClr val="1F2937"/>
                </a:solidFill>
                <a:latin typeface="Segoe UI"/>
              </a:rPr>
              <a:t>Open MERN stack keeps it low-cost and easy to extend for more shops.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Mobile app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(React Native / PWA) so billing works at the counter on any phone.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WhatsApp / SMS integration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for sending invoices and automatic khata payment reminders.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Barcode scanning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at the billing counter for packaged goods.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Multi-store / multi-user workspaces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with role-based permissions for staff.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Offline-first mode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with sync — billing must never stop when the internet does.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Deeper AI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— price optimisation, festival-season demand models and theft anomaly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EA5E9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Segoe U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0584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The system successfully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digitises the complete daily workflow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of a small retail business — inventory, billing, credit and analysis — in one app.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AI integration is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practical, not decorative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: forecasts and alerts directly answer “what should I reorder and when?”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The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MERN architecture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with a clean controllers → services → models structure is modular, testable and easy to extend.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Careful engineering —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Decimal128 money math, Zod validation, JWT security, cron automation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 — makes it reliable for real shops.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900" b="1" i="0">
                <a:solidFill>
                  <a:srgbClr val="1D4ED8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The project demonstrates </a:t>
            </a:r>
            <a:r>
              <a:rPr sz="1800" b="1" i="0">
                <a:solidFill>
                  <a:srgbClr val="0B2A4A"/>
                </a:solidFill>
                <a:latin typeface="Segoe UI"/>
              </a:rPr>
              <a:t>end-to-end full-stack skills</a:t>
            </a:r>
            <a:r>
              <a:rPr sz="1800" b="0" i="0">
                <a:solidFill>
                  <a:srgbClr val="1F2937"/>
                </a:solidFill>
                <a:latin typeface="Segoe UI"/>
              </a:rPr>
              <a:t>: database design, REST APIs, modern React and AI/OCR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64748B"/>
                </a:solidFill>
                <a:latin typeface="Segoe UI"/>
              </a:rPr>
              <a:t>AI Smart Inventory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41264" y="1874519"/>
            <a:ext cx="1097280" cy="1097280"/>
          </a:xfrm>
          <a:prstGeom prst="roundRect">
            <a:avLst>
              <a:gd name="adj" fmla="val 6000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41264" y="1874519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0B2A4A"/>
                </a:solidFill>
                <a:latin typeface="Segoe UI"/>
              </a:rPr>
              <a:t>Thank You</a:t>
            </a:r>
          </a:p>
          <a:p>
            <a:pPr algn="ctr">
              <a:spcBef>
                <a:spcPts val="600"/>
              </a:spcBef>
            </a:pPr>
            <a:r>
              <a:rPr sz="2000" b="0" i="0">
                <a:solidFill>
                  <a:srgbClr val="1D4ED8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Segoe UI"/>
              </a:rPr>
              <a:t>AI Smart Inventory Management System  •  MERN Stack Project  •  2025 - 26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